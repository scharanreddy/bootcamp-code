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96596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2F5FA"/>
                </a:solidFill>
                <a:latin typeface="Segoe UI"/>
              </a:rPr>
              <a:t>🛡  ThreatLens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4DA3FF"/>
                </a:solidFill>
                <a:latin typeface="Segoe UI"/>
              </a:rPr>
              <a:t>AI-powered threat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114800"/>
            <a:ext cx="8899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A9B4C9"/>
                </a:solidFill>
                <a:latin typeface="Segoe UI"/>
              </a:rPr>
              <a:t>Enriches CVEs with CISA KEV + NVD data, runs a five-agent LangGraph pipeline, and produces executive-ready security advisories — via a FastAPI backend and a Streamlit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F2F5FA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9B4C9"/>
                </a:solidFill>
                <a:latin typeface="Segoe UI"/>
              </a:rPr>
              <a:t>An API-first, agent-driven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👤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39" y="2359152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DA3FF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Streamlit</a:t>
            </a:r>
          </a:p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359152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DA3FF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FastAPI</a:t>
            </a:r>
          </a:p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359152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DA3FF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LangGraph</a:t>
            </a:r>
          </a:p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359152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4DA3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103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2F5FA"/>
                </a:solidFill>
                <a:latin typeface="Segoe UI"/>
              </a:rPr>
              <a:t>5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The five specialized agents: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🔍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49039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9B4C9"/>
                </a:solidFill>
                <a:latin typeface="Segoe UI"/>
              </a:rPr>
              <a:t>Merges CISA KEV + NVD, generates a structured CVE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3730752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🏭 Industry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61104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9B4C9"/>
                </a:solidFill>
                <a:latin typeface="Segoe UI"/>
              </a:rPr>
              <a:t>Executive security briefing tailored to an industry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4242816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731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📦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77316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9B4C9"/>
                </a:solidFill>
                <a:latin typeface="Segoe UI"/>
              </a:rPr>
              <a:t>Attack-surface profile derived from a CycloneDX SBOM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4754880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Deterministic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8523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⚖️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285232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9B4C9"/>
                </a:solidFill>
                <a:latin typeface="Segoe UI"/>
              </a:rPr>
              <a:t>Scores threat + industry + exposure into one risk rating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5266944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Deterministic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9729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4DA3FF"/>
                </a:solidFill>
                <a:latin typeface="Segoe UI"/>
              </a:rPr>
              <a:t>📝 Advisor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797296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A9B4C9"/>
                </a:solidFill>
                <a:latin typeface="Segoe UI"/>
              </a:rPr>
              <a:t>Synthesizes everything into a Markdown security advisory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577900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39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No agent · live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Home — Threat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A real-time snapshot of CISA's Known Exploited Vulnerabilities.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Key stats: tracked entries, ransomware-linked, unique vendors, added in the last 7 days.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A 14-day trend chart of newly added entries.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Latest KEV table beside the most recent critical CVEs — ransomware-linked surfaced first.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Reads the CISA KEV feed directly — no agent required.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39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No agent · live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Threat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Browse the full CISA KEV catalog.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Search by CVE, vendor, or product.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Filter by severity and ransomware-campaign use.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Load 20–200 entries on demand.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The analyst's starting point for triage. Filtering happens client-side.</a:t>
            </a:r>
          </a:p>
        </p:txBody>
      </p:sp>
      <p:pic>
        <p:nvPicPr>
          <p:cNvPr id="5" name="Picture 4" descr="02-threat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3913632" cy="38404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🔍 Threat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Analyze CVE —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Single-CVE deep dive.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Enter any CVE and the Threat Intelligence Agent: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Queries the CISA KEV catalog,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Enriches it with NVD vulnerability data,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Calls the LLM to generate a structured report.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Progress is shown live at every step.</a:t>
            </a:r>
          </a:p>
        </p:txBody>
      </p:sp>
      <p:pic>
        <p:nvPicPr>
          <p:cNvPr id="5" name="Picture 4" descr="03-analyze-cve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3913632" cy="38404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🔍 Threat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Analyze CVE —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From raw feeds to an executive-ready brief.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Metrics: CVSS score, exploitation status, model, execution time.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A severity badge and vendor / product header.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AI-written executive &amp; technical summaries, CVSS breakdown, and a threat timeline.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Example: CVE-2024-3400 — CVSS 10.0, Critical, known exploited.</a:t>
            </a:r>
          </a:p>
        </p:txBody>
      </p:sp>
      <p:pic>
        <p:nvPicPr>
          <p:cNvPr id="5" name="Picture 4" descr="04-analyze-cve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3913632" cy="38404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🔍 Threat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Explainable &amp;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No black box.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Every report includes a verified, step-by-step trace of what the agent did: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✅ CISA KEV lookup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✅ NVD enrichment (CVSS, references, affected products)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✅ Intelligence merge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✅ AI report generation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The raw merged CISA KEV + NVD payload is one click away.</a:t>
            </a:r>
          </a:p>
        </p:txBody>
      </p:sp>
      <p:pic>
        <p:nvPicPr>
          <p:cNvPr id="5" name="Picture 4" descr="05-analyze-cve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4169664" cy="38404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🏭 Industry Intelligence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Industry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Industry-tailored security briefings.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Pick an industry and the agent compiles an executive briefing: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Top threats and common attack patterns,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APT groups known to target that sector (e.g. FIN7, Magecart),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Recommended controls and business priorities.</a:t>
            </a:r>
          </a:p>
        </p:txBody>
      </p:sp>
      <p:pic>
        <p:nvPicPr>
          <p:cNvPr id="5" name="Picture 4" descr="06-industry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505456" cy="38404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📦 Exposure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SBOM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Know your attack surface.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Upload a CycloneDX SBOM and the Exposure Agent: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Enumerates components and applications,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Derives an exposure profile — public services, internet exposure, third-party risk, data sensitivity,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Returns concrete recommendations.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Fully deterministic — no LLM involved.</a:t>
            </a:r>
          </a:p>
        </p:txBody>
      </p:sp>
      <p:pic>
        <p:nvPicPr>
          <p:cNvPr id="5" name="Picture 4" descr="07-sbom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5193792" cy="384048"/>
          </a:xfrm>
          <a:prstGeom prst="roundRect">
            <a:avLst>
              <a:gd name="adj" fmla="val 50000"/>
            </a:avLst>
          </a:prstGeom>
          <a:solidFill>
            <a:srgbClr val="8E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80C18"/>
                </a:solidFill>
                <a:latin typeface="Segoe UI"/>
              </a:rPr>
              <a:t>⚙️ Orchestrator · ⚖️ Risk · 📝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2F5FA"/>
                </a:solidFill>
                <a:latin typeface="Segoe UI"/>
              </a:rPr>
              <a:t>Reports — Full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40690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F2F5FA"/>
                </a:solidFill>
                <a:latin typeface="Segoe UI"/>
              </a:rPr>
              <a:t>One click, full advisory.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Runs the entire LangGraph pipeline: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🔍 Threat → 🏭 Industry → 📦 Exposure → ⚖️ Risk → 📝 Advisor.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Risk Agent scores threat + industry + exposure (Priority, Overall Risk, Confidence).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00" b="0">
                <a:solidFill>
                  <a:srgbClr val="A9B4C9"/>
                </a:solidFill>
                <a:latin typeface="Segoe UI"/>
              </a:rPr>
              <a:t>• Advisor Agent writes the final downloadable Markdown advisory.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4DA3FF"/>
                </a:solidFill>
                <a:latin typeface="Segoe UI"/>
              </a:rPr>
              <a:t>Exposure runs only when an SBOM is attached (conditional routing).</a:t>
            </a:r>
          </a:p>
        </p:txBody>
      </p:sp>
      <p:pic>
        <p:nvPicPr>
          <p:cNvPr id="5" name="Picture 4" descr="08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6995160" cy="4371975"/>
          </a:xfrm>
          <a:prstGeom prst="rect">
            <a:avLst/>
          </a:prstGeom>
          <a:ln w="12700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2F5FA"/>
                </a:solidFill>
                <a:latin typeface="Segoe UI"/>
              </a:rPr>
              <a:t>🛡  ThreatLens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91840"/>
            <a:ext cx="92656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A9B4C9"/>
                </a:solidFill>
                <a:latin typeface="Segoe UI"/>
              </a:rPr>
              <a:t>From public feeds to executive-ready advisories — with explainable, auditable agents. Built for authorized security research, CTF, and defensive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6C7892"/>
                </a:solidFill>
                <a:latin typeface="Segoe UI"/>
              </a:rPr>
              <a:t>ThreatLens AI  ·  AI-powered threat intelligence  ·  Data sourced from CISA KEV + NVD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